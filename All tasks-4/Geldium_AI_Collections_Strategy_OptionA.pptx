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9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31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0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3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7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8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92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3422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81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30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1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65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92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Collections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Geldium | Tata Data &amp; AI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Inputs: Customer profiles, payment history, behavioral signals</a:t>
            </a:r>
          </a:p>
          <a:p>
            <a:r>
              <a:t>2. Predictive Model: Identifies high-risk customers early</a:t>
            </a:r>
          </a:p>
          <a:p>
            <a:r>
              <a:t>3. Smart Decision Engine: Determines best outreach action</a:t>
            </a:r>
          </a:p>
          <a:p>
            <a:r>
              <a:t>4. Learning Loop: System improves from outcomes and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 – From Data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customer financial &amp; behavioral data</a:t>
            </a:r>
          </a:p>
          <a:p>
            <a:r>
              <a:t>• AI model assigns risk score for delinquency</a:t>
            </a:r>
          </a:p>
          <a:p>
            <a:r>
              <a:t>• System selects optimal outreach (SMS, call, email, agent)</a:t>
            </a:r>
          </a:p>
          <a:p>
            <a:r>
              <a:t>• Customer behavior updates model through 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059886"/>
              </p:ext>
            </p:extLst>
          </p:nvPr>
        </p:nvGraphicFramePr>
        <p:xfrm>
          <a:off x="440366" y="2148349"/>
          <a:ext cx="8229600" cy="2583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Autonomous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Oversight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548">
                <a:tc>
                  <a:txBody>
                    <a:bodyPr/>
                    <a:lstStyle/>
                    <a:p>
                      <a:r>
                        <a:t>Risk scoring, automated nudges, follow‑up triggers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Edge-case review, dispute handling, escalations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168">
                <a:tc>
                  <a:txBody>
                    <a:bodyPr/>
                    <a:lstStyle/>
                    <a:p>
                      <a:r>
                        <a:t>Adaptive timing &amp; personalized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Compliance validation &amp; customer-sensitive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Fairness: Avoid bias across demographics and regions</a:t>
            </a:r>
          </a:p>
          <a:p>
            <a:r>
              <a:t>• Explainability: Provide clear reasons for outreach decisions</a:t>
            </a:r>
          </a:p>
          <a:p>
            <a:r>
              <a:t>• Compliance: Align with lending &amp; data privacy regulations</a:t>
            </a:r>
          </a:p>
          <a:p>
            <a:r>
              <a:t>• Human-in-the-loop for sensitive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KPIs:</a:t>
            </a:r>
          </a:p>
          <a:p>
            <a:r>
              <a:t>• 15–25% reduction in delinquency</a:t>
            </a:r>
          </a:p>
          <a:p>
            <a:r>
              <a:t>• Lower operational cost via automation</a:t>
            </a:r>
          </a:p>
          <a:p>
            <a:r>
              <a:t>• Higher agent productivity</a:t>
            </a:r>
          </a:p>
          <a:p>
            <a:endParaRPr/>
          </a:p>
          <a:p>
            <a:r>
              <a:t>Customer Outcomes:</a:t>
            </a:r>
          </a:p>
          <a:p>
            <a:r>
              <a:t>• Personalized and fair interventions</a:t>
            </a:r>
          </a:p>
          <a:p>
            <a:r>
              <a:t>• Reduced stress with early reminders</a:t>
            </a:r>
          </a:p>
          <a:p>
            <a:r>
              <a:t>• More transparent communication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214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AI-Powered Collections Strategy</vt:lpstr>
      <vt:lpstr>How the System Works – Overview</vt:lpstr>
      <vt:lpstr>System Workflow – From Data to Action</vt:lpstr>
      <vt:lpstr>Role of Agentic AI</vt:lpstr>
      <vt:lpstr>Responsible AI Guardrails</vt:lpstr>
      <vt:lpstr>Expected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saina ab</dc:creator>
  <cp:keywords/>
  <dc:description>generated using python-pptx</dc:description>
  <cp:lastModifiedBy>saina ab</cp:lastModifiedBy>
  <cp:revision>2</cp:revision>
  <dcterms:created xsi:type="dcterms:W3CDTF">2013-01-27T09:14:16Z</dcterms:created>
  <dcterms:modified xsi:type="dcterms:W3CDTF">2025-11-14T16:34:16Z</dcterms:modified>
  <cp:category/>
</cp:coreProperties>
</file>